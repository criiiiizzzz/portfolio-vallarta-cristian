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3" autoAdjust="0"/>
    <p:restoredTop sz="94660"/>
  </p:normalViewPr>
  <p:slideViewPr>
    <p:cSldViewPr snapToGrid="0">
      <p:cViewPr varScale="1">
        <p:scale>
          <a:sx n="42" d="100"/>
          <a:sy n="42" d="100"/>
        </p:scale>
        <p:origin x="42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0744-FE8D-405F-BAC0-A0427A5303F8}" type="datetimeFigureOut">
              <a:rPr lang="es-MX" smtClean="0"/>
              <a:t>21/11/2022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8457D-41F1-4BB2-9448-9D8BC34C45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870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0744-FE8D-405F-BAC0-A0427A5303F8}" type="datetimeFigureOut">
              <a:rPr lang="es-MX" smtClean="0"/>
              <a:t>21/11/2022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8457D-41F1-4BB2-9448-9D8BC34C45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4952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0744-FE8D-405F-BAC0-A0427A5303F8}" type="datetimeFigureOut">
              <a:rPr lang="es-MX" smtClean="0"/>
              <a:t>21/11/2022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8457D-41F1-4BB2-9448-9D8BC34C45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7425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0744-FE8D-405F-BAC0-A0427A5303F8}" type="datetimeFigureOut">
              <a:rPr lang="es-MX" smtClean="0"/>
              <a:t>21/11/2022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8457D-41F1-4BB2-9448-9D8BC34C45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557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0744-FE8D-405F-BAC0-A0427A5303F8}" type="datetimeFigureOut">
              <a:rPr lang="es-MX" smtClean="0"/>
              <a:t>21/11/2022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8457D-41F1-4BB2-9448-9D8BC34C45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1110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0744-FE8D-405F-BAC0-A0427A5303F8}" type="datetimeFigureOut">
              <a:rPr lang="es-MX" smtClean="0"/>
              <a:t>21/11/2022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8457D-41F1-4BB2-9448-9D8BC34C45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9113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0744-FE8D-405F-BAC0-A0427A5303F8}" type="datetimeFigureOut">
              <a:rPr lang="es-MX" smtClean="0"/>
              <a:t>21/11/2022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8457D-41F1-4BB2-9448-9D8BC34C45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9264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0744-FE8D-405F-BAC0-A0427A5303F8}" type="datetimeFigureOut">
              <a:rPr lang="es-MX" smtClean="0"/>
              <a:t>21/11/2022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8457D-41F1-4BB2-9448-9D8BC34C45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585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8457D-41F1-4BB2-9448-9D8BC34C45CB}" type="slidenum">
              <a:rPr lang="es-MX" smtClean="0"/>
              <a:t>‹Nº›</a:t>
            </a:fld>
            <a:endParaRPr lang="es-MX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0744-FE8D-405F-BAC0-A0427A5303F8}" type="datetimeFigureOut">
              <a:rPr lang="es-MX" smtClean="0"/>
              <a:t>21/11/2022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8693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0744-FE8D-405F-BAC0-A0427A5303F8}" type="datetimeFigureOut">
              <a:rPr lang="es-MX" smtClean="0"/>
              <a:t>21/11/2022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8457D-41F1-4BB2-9448-9D8BC34C45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567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0744-FE8D-405F-BAC0-A0427A5303F8}" type="datetimeFigureOut">
              <a:rPr lang="es-MX" smtClean="0"/>
              <a:t>21/11/2022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8457D-41F1-4BB2-9448-9D8BC34C45CB}" type="slidenum">
              <a:rPr lang="es-MX" smtClean="0"/>
              <a:t>‹Nº›</a:t>
            </a:fld>
            <a:endParaRPr lang="es-MX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4211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0744-FE8D-405F-BAC0-A0427A5303F8}" type="datetimeFigureOut">
              <a:rPr lang="es-MX" smtClean="0"/>
              <a:t>21/11/2022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8457D-41F1-4BB2-9448-9D8BC34C45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3022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0744-FE8D-405F-BAC0-A0427A5303F8}" type="datetimeFigureOut">
              <a:rPr lang="es-MX" smtClean="0"/>
              <a:t>21/11/2022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8457D-41F1-4BB2-9448-9D8BC34C45CB}" type="slidenum">
              <a:rPr lang="es-MX" smtClean="0"/>
              <a:t>‹Nº›</a:t>
            </a:fld>
            <a:endParaRPr lang="es-MX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9266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0744-FE8D-405F-BAC0-A0427A5303F8}" type="datetimeFigureOut">
              <a:rPr lang="es-MX" smtClean="0"/>
              <a:t>21/11/2022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8457D-41F1-4BB2-9448-9D8BC34C45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8113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0744-FE8D-405F-BAC0-A0427A5303F8}" type="datetimeFigureOut">
              <a:rPr lang="es-MX" smtClean="0"/>
              <a:t>21/11/2022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8457D-41F1-4BB2-9448-9D8BC34C45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12734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0744-FE8D-405F-BAC0-A0427A5303F8}" type="datetimeFigureOut">
              <a:rPr lang="es-MX" smtClean="0"/>
              <a:t>21/11/2022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8457D-41F1-4BB2-9448-9D8BC34C45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5365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B0744-FE8D-405F-BAC0-A0427A5303F8}" type="datetimeFigureOut">
              <a:rPr lang="es-MX" smtClean="0"/>
              <a:t>21/11/2022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D88457D-41F1-4BB2-9448-9D8BC34C45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707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06967" y="2130214"/>
            <a:ext cx="8825654" cy="1646302"/>
          </a:xfrm>
        </p:spPr>
        <p:txBody>
          <a:bodyPr/>
          <a:lstStyle/>
          <a:p>
            <a:pPr algn="ctr"/>
            <a:r>
              <a:rPr lang="es-MX" dirty="0" smtClean="0"/>
              <a:t>Funciones, limites y continuidad </a:t>
            </a:r>
            <a:endParaRPr lang="es-MX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-916093" y="4050833"/>
            <a:ext cx="7766936" cy="1096899"/>
          </a:xfrm>
        </p:spPr>
        <p:txBody>
          <a:bodyPr/>
          <a:lstStyle/>
          <a:p>
            <a:r>
              <a:rPr lang="es-MX" dirty="0" smtClean="0"/>
              <a:t>- Cálculo diferencial - 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801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074" y="609600"/>
            <a:ext cx="6386406" cy="944880"/>
          </a:xfrm>
        </p:spPr>
        <p:txBody>
          <a:bodyPr>
            <a:normAutofit fontScale="90000"/>
          </a:bodyPr>
          <a:lstStyle/>
          <a:p>
            <a:r>
              <a:rPr lang="es-MX" dirty="0"/>
              <a:t>Derivación por 4 pasos</a:t>
            </a:r>
            <a:br>
              <a:rPr lang="es-MX" dirty="0"/>
            </a:br>
            <a:endParaRPr lang="es-MX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11480" y="132588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derivada de una función también se puede obtener como el límite del</a:t>
            </a:r>
            <a:endParaRPr kumimoji="0" lang="es-MX" altLang="es-MX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879621" y="1469841"/>
            <a:ext cx="881301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derivada de una función también se puede obtener como el límite del</a:t>
            </a:r>
            <a:endParaRPr kumimoji="0" lang="es-MX" altLang="es-MX" sz="20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0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5" name="Imagen 3" descr="Texto, Carta&#10;&#10;Descripción generada automáticamen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63" y="3048733"/>
            <a:ext cx="4943655" cy="2643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097280" y="1806097"/>
            <a:ext cx="1001268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cociente de incrementos, conocido como la regla de los cuatro pasos.</a:t>
            </a:r>
            <a:endParaRPr kumimoji="0" lang="es-MX" altLang="es-MX" sz="24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4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Imagen 12" descr="Texto&#10;&#10;Descripción generada automáticamente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620" y="3048733"/>
            <a:ext cx="5096510" cy="236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31873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Personalizado 13">
      <a:dk1>
        <a:sysClr val="windowText" lastClr="000000"/>
      </a:dk1>
      <a:lt1>
        <a:srgbClr val="000000"/>
      </a:lt1>
      <a:dk2>
        <a:srgbClr val="FFFFFF"/>
      </a:dk2>
      <a:lt2>
        <a:srgbClr val="FFFFFF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52</Words>
  <Application>Microsoft Office PowerPoint</Application>
  <PresentationFormat>Panorámica</PresentationFormat>
  <Paragraphs>6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Arial</vt:lpstr>
      <vt:lpstr>Calibri</vt:lpstr>
      <vt:lpstr>Times New Roman</vt:lpstr>
      <vt:lpstr>Trebuchet MS</vt:lpstr>
      <vt:lpstr>Wingdings 3</vt:lpstr>
      <vt:lpstr>Faceta</vt:lpstr>
      <vt:lpstr>Funciones, limites y continuidad </vt:lpstr>
      <vt:lpstr>Derivación por 4 pasos 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Funciones, limites y continuidad </dc:title>
  <dc:creator>Castañeda Mendoza Melannie Jatziry</dc:creator>
  <cp:lastModifiedBy>Castañeda Mendoza Melannie Jatziry </cp:lastModifiedBy>
  <cp:revision>1</cp:revision>
  <dcterms:created xsi:type="dcterms:W3CDTF">2022-11-22T03:06:21Z</dcterms:created>
  <dcterms:modified xsi:type="dcterms:W3CDTF">2022-11-22T03:11:10Z</dcterms:modified>
</cp:coreProperties>
</file>